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68" r:id="rId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 xml:space="preserve"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Artificial Intelligence for Real-Time ECG Analysis and Smart Cardiac Monitoring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Shubham Guglani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2210990846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Submitted To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Preeti Saini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 xml:space="preserve"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0002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2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(CVDs) are the leading cause of mortality worldwide, requiring continuous round-the-clock monitoring.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ECG monitoring relies on manual interpretation or rigid rule-based systems that frequently miss sporadic or early-stage arrhythmias.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Paroxysmal Atrial Fibrillation (AF) — a major stroke risk factor — is often missed by brief periodic clinical snapshots.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(AI), specifically deep learning, has transformed ECG analysis by enabling automated beat-to-beat interpretation with superior accuracy.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focuses on software-centric AI architecture: pivoting from VLSI hardware designs to high-level algorithmic efficiency and cloud-native stacks.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objective: Build a scalable, real-time ECG classification and arrhythmia detection framework achieving &gt;98% accuracy with sub-millisecond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0003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3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Deployment Dilemma: Deep learning models contain millions of parameters, demanding heavy compute — incompatible with wearable constraints.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Wearable devices require: power budgets in microwatts, inference latency under 1 ms, and minimal chip/memory footprint.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Rule-based systems fail to generalize across diverse patient populations or noisy ambulatory environments.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in training data: normal heartbeats vastly outnumber arrhythmic ones, reducing model sensitivity.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offer high accuracy but have O(n^2) complexity — computationally prohibitive without optimization.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 Balance diagnostic accuracy (&gt;98%) with real-time feasibility and edge deployability.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0004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4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2015-2018: SVMs and decision trees used with expert-defined features (QRS width, P-wave duration). Limited by heuristic dependence.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2018: 1D CNNs revolutionized feature extraction — automating morphological pattern detection, achieving 96.44% accuracy.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2023: Hybrid CNN-BiLSTM architectures became state-of-the-art, combining spatial and temporal modeling — ~99% accuracy on MIT-BIH database.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2024: Depthwise Separable Convolutions (DSC) reduced model footprint; Transformer models enabled global ECG context awareness.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2024-2025: Spiking Neural Networks (SNNs) — event-driven, asynchronous — achieved 98.26% accuracy with minimal CPU consumption.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benchmark datasets: MIT-BIH Arrhythmia Database (48 recordings), PTB-XL Dataset (21,837 recordings from 18,885 patients).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 Architecture Comparison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0005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5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 SVM: Expert-defined features, O(features) complexity — limited to clear, predefined anomalies.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 CNN: Automated morphology extraction, O(n) time complexity — high accuracy for morphological arrhythmias.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LSTM: Temporal dynamics modeling, O(n) time, O(hidden size) space — ideal for long-term rhythm-based disorders.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Transformer: Global context attention, O(n^2) time and space — highest accuracy but critical latency impact.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SNN: Asynchronous spike processing, O(spikes) time, O(neurons) space — negligible latency, ideal for edge.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choice for real-time: Hybrid CNN-BiLSTM (linear O(n) complexity) or optimized SNN for ultra-low-power wearables.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&amp; System Integration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0006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6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1 — Ingestion: Millions of heart monitors connect via MQTT/WebSockets; FastAPI gateway handles routing with minimal overhead.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2 — Message Broker: Apache Kafka decouples ingestion from processing; topics partitioned for parallel consumption by worker pods.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3 — Data Processing: Containerized SciPy/BioSPPy services perform denoising, baseline correction, and R-peak detection.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4 — Inference: NVIDIA Triton Inference Server with dynamic batching and concurrent model execution for GPU efficiency.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 5 — Application: Clinician dashboard with real-time alerts; EHR interoperability via FHIR standards.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Kubernetes HPA auto-scales pods beyond 60% CPU/memory threshold; Go-based microservices yield 6-10x compute efficiency vs. monolithic.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Pipeline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0007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7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Band-pass Filtering: 4th-order Butterworth filter eliminates baseline wander and high-frequency noise; FFT-based for O(n log n) efficiency.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 Min-max or Z-score scaling maps amplitudes to [-1, 1], ensuring optimal neural network activation.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R-Peak Detection: Pan-Tompkins algorithm identifies QRS R-peaks; signal segmented into heartbeats (180-250 sample windows).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Augmentation: GANs and Time-VQVAE generate synthetic arrhythmic heartbeats to address class imbalance.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Patient-independent partitioning: No patient data shared between training and test sets — prevents overfitting.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 SciPy/BioSPPy (denoising), Py-ECGDetectors (R-peaks), NumPy (segmentation), Scikit-learn (normalization).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 &amp; Results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0008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8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Python 3.10+, TensorFlow 2.18, PyTorch — trained on server-grade GPUs within a local Kubernetes cluster.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Datasets: MIT-BIH Arrhythmia Database, PTB-XL (21,837 recordings), Synthetic Augmented Dataset (Time-VQVAE).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CNN-BiLSTM achieved 98.22% accuracy on multi-class detection; standalone CNN: 90.93% (confirms temporal context is vital).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CNN-Transformer architecture reached 99.71% accuracy — highest diagnostic performance, but with significant latency trade-off.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latency: Median 22ms per request (FastAPI-Triton); throughput of 780 requests/second under 1,000 concurrent streams.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 latency P95 under 100ms confirms cloud-native orchestration supports mission-critical monitoring at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Complexity &amp; Model Compression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0009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9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1D CNN: O(n) time, O(weights) space — linear, GPU-parallelizable; ideal for morphological detection.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LSTM: O(n) time but sequential gate computation limits parallelization — higher CPU latency than CNN.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Self-Attention: O(n^2) time and space — prohibitive for long ECG recordings without kernel-level optimization.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Precision Quantization: FP32 to INT8 conversion reduces memory footprint by 75%; accelerates inference on standard CPUs.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Pruning: Removing near-zero neurons achieves 80% sparsity — requires sparse-matrix libraries for actual gains.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INT8 quantization + pruning enables deployment of advanced AI models on mobile/wearable hardware.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Directions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0010BE87B58}" type="slidenum">
              <a:rPr lang="en-US" sz="1200" b="1" strike="noStrike" spc="-1">
                <a:solidFill>
                  <a:srgbClr val="000000"/>
                </a:solidFill>
                <a:latin typeface="Calibri"/>
              </a:rPr>
              <a:t>10</a:t>
            </a:fld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CNN-BiLSTM models with O(n) linear complexity deliver cardiology-level accuracy (98.22%) with sub-second latency in cloud-native stacks.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INT8 quantization and weight pruning are the primary enablers for deploying advanced AI on resource-constrained wearable devices.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Kafka + Kubernetes architecture provides horizontal scalability from single wearables to enterprise clinical environments.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1 — Federated Learning: Decentralized training adapts models to individual patients without transferring sensitive biometric data.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2 — Multimodal Fusion: Combining ECG with PPG and motion data to build a patient digital twin for accurate risk stratification.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3 — Foundation Models: Pre-training large encoders (HuBERT-ECG) on millions of records to discover new subclinical digital biomarkers.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2299</cp:revision>
  <dcterms:created xsi:type="dcterms:W3CDTF">2010-04-09T07:36:15Z</dcterms:created>
  <dcterms:modified xsi:type="dcterms:W3CDTF">2026-05-14T04:26:31Z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